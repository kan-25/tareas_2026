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1" r:id="rId6"/>
    <p:sldId id="258" r:id="rId7"/>
    <p:sldId id="259" r:id="rId8"/>
    <p:sldId id="262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1A031-F988-4348-BDEC-001A8F9C319D}" type="datetimeFigureOut">
              <a:rPr lang="es-PA" smtClean="0"/>
            </a:fld>
            <a:endParaRPr lang="es-P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s-P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9F1B3-C008-4921-9F17-80438C03C445}" type="slidenum">
              <a:rPr lang="es-PA" smtClean="0"/>
            </a:fld>
            <a:endParaRPr lang="es-P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9F1B3-C008-4921-9F17-80438C03C445}" type="slidenum">
              <a:rPr lang="es-PA" smtClean="0"/>
            </a:fld>
            <a:endParaRPr lang="es-P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  <a:endParaRPr lang="es-MX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P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  <a:endParaRPr lang="es-MX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P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  <a:endParaRPr lang="es-MX"/>
          </a:p>
          <a:p>
            <a:pPr lvl="1"/>
            <a:r>
              <a:rPr lang="es-MX"/>
              <a:t>Segundo nivel</a:t>
            </a:r>
            <a:endParaRPr lang="es-MX"/>
          </a:p>
          <a:p>
            <a:pPr lvl="2"/>
            <a:r>
              <a:rPr lang="es-MX"/>
              <a:t>Tercer nivel</a:t>
            </a:r>
            <a:endParaRPr lang="es-MX"/>
          </a:p>
          <a:p>
            <a:pPr lvl="3"/>
            <a:r>
              <a:rPr lang="es-MX"/>
              <a:t>Cuarto nivel</a:t>
            </a:r>
            <a:endParaRPr lang="es-MX"/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DAAA503-E0A4-4392-972E-D0653C602496}" type="datetimeFigureOut">
              <a:rPr lang="es-PA" smtClean="0"/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898425D-DC70-4235-894F-BC8ACDFAA561}" type="slidenum">
              <a:rPr lang="es-PA" smtClean="0"/>
            </a:fld>
            <a:endParaRPr lang="es-P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PA" dirty="0"/>
              <a:t>Método de falsa posición </a:t>
            </a:r>
            <a:br>
              <a:rPr lang="es-PA" dirty="0"/>
            </a:br>
            <a:r>
              <a:rPr lang="es-PA" dirty="0"/>
              <a:t>y</a:t>
            </a:r>
            <a:br>
              <a:rPr lang="es-PA" dirty="0"/>
            </a:br>
            <a:r>
              <a:rPr lang="es-PA" dirty="0"/>
              <a:t>método de bairtow</a:t>
            </a:r>
            <a:endParaRPr lang="es-PA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PA" dirty="0"/>
              <a:t>Jhonathan </a:t>
            </a:r>
            <a:r>
              <a:rPr lang="es-PA" dirty="0" err="1"/>
              <a:t>nuñez</a:t>
            </a:r>
            <a:endParaRPr lang="es-PA" dirty="0"/>
          </a:p>
          <a:p>
            <a:r>
              <a:rPr lang="es-PA" dirty="0"/>
              <a:t>Giovanny Coronado</a:t>
            </a:r>
            <a:endParaRPr lang="es-PA" dirty="0"/>
          </a:p>
          <a:p>
            <a:r>
              <a:rPr lang="es-PA" dirty="0"/>
              <a:t>Jose Conte</a:t>
            </a:r>
            <a:endParaRPr lang="es-P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7425" y="194870"/>
            <a:ext cx="7729728" cy="924219"/>
          </a:xfrm>
        </p:spPr>
        <p:txBody>
          <a:bodyPr>
            <a:normAutofit/>
          </a:bodyPr>
          <a:lstStyle/>
          <a:p>
            <a:r>
              <a:rPr lang="es-PA" dirty="0"/>
              <a:t>método de falsa posición</a:t>
            </a:r>
            <a:endParaRPr lang="es-PA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43103" y="2118186"/>
            <a:ext cx="4445409" cy="2621627"/>
          </a:xfrm>
        </p:spPr>
        <p:txBody>
          <a:bodyPr>
            <a:normAutofit/>
          </a:bodyPr>
          <a:lstStyle/>
          <a:p>
            <a:r>
              <a:rPr lang="es-MX" dirty="0"/>
              <a:t>es un método de "intervalo" o cerrado. El código primero verifica que $f(</a:t>
            </a:r>
            <a:r>
              <a:rPr lang="es-MX" dirty="0" err="1"/>
              <a:t>x_i</a:t>
            </a:r>
            <a:r>
              <a:rPr lang="es-MX" dirty="0"/>
              <a:t>) \</a:t>
            </a:r>
            <a:r>
              <a:rPr lang="es-MX" dirty="0" err="1"/>
              <a:t>cdot</a:t>
            </a:r>
            <a:r>
              <a:rPr lang="es-MX" dirty="0"/>
              <a:t> f(</a:t>
            </a:r>
            <a:r>
              <a:rPr lang="es-MX" dirty="0" err="1"/>
              <a:t>x_d</a:t>
            </a:r>
            <a:r>
              <a:rPr lang="es-MX" dirty="0"/>
              <a:t>) &lt; 0$. Esto garantiza que hay una raíz en el intervalo. Si no hay cambio de signo, lanzamos una `</a:t>
            </a:r>
            <a:r>
              <a:rPr lang="es-MX" dirty="0" err="1"/>
              <a:t>HTTPException</a:t>
            </a:r>
            <a:r>
              <a:rPr lang="es-MX" dirty="0"/>
              <a:t> 400`.  A diferencia de la Bisección (que corta a la mitad), la Falsa Posición une los puntos con una línea recta. La intersección con el eje $x$ es nuestra aproximación $</a:t>
            </a:r>
            <a:r>
              <a:rPr lang="es-MX" dirty="0" err="1"/>
              <a:t>x_r</a:t>
            </a:r>
            <a:r>
              <a:rPr lang="es-MX" dirty="0"/>
              <a:t>$.</a:t>
            </a:r>
            <a:endParaRPr lang="es-MX" dirty="0"/>
          </a:p>
          <a:p>
            <a:endParaRPr lang="es-PA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128" y="1289041"/>
            <a:ext cx="4992049" cy="4992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9796" y="282067"/>
            <a:ext cx="7729728" cy="1188720"/>
          </a:xfrm>
        </p:spPr>
        <p:txBody>
          <a:bodyPr/>
          <a:p>
            <a:r>
              <a:rPr lang="es-PA" altLang="es-ES"/>
              <a:t>ejemplo </a:t>
            </a:r>
            <a:r>
              <a:rPr lang="es-PA" dirty="0">
                <a:sym typeface="+mn-ea"/>
              </a:rPr>
              <a:t>método de falsa posición</a:t>
            </a:r>
            <a:endParaRPr lang="es-PA" altLang="es-ES"/>
          </a:p>
        </p:txBody>
      </p:sp>
      <p:pic>
        <p:nvPicPr>
          <p:cNvPr id="4" name="Marcador de posición de contenido 3" descr="WhatsApp Image 2026-04-23 at 8.48.39 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8575" y="1601470"/>
            <a:ext cx="5092065" cy="5092065"/>
          </a:xfrm>
          <a:prstGeom prst="rect">
            <a:avLst/>
          </a:prstGeom>
        </p:spPr>
      </p:pic>
      <p:sp>
        <p:nvSpPr>
          <p:cNvPr id="5" name="Cuadro de texto 4"/>
          <p:cNvSpPr txBox="1"/>
          <p:nvPr/>
        </p:nvSpPr>
        <p:spPr>
          <a:xfrm>
            <a:off x="7107555" y="55454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/>
              <a:t>https://www.scielo.org.mx/pdf/agro/v52n4/2521-9766-agro-52-04-483.pdf?utm_source=chatgpt.com</a:t>
            </a:r>
            <a:endParaRPr lang="es-E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136" y="174972"/>
            <a:ext cx="7729728" cy="1188720"/>
          </a:xfrm>
        </p:spPr>
        <p:txBody>
          <a:bodyPr/>
          <a:lstStyle/>
          <a:p>
            <a:r>
              <a:rPr lang="es-PA" dirty="0"/>
              <a:t>método de falsa posición</a:t>
            </a:r>
            <a:endParaRPr lang="es-PA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24" y="1803518"/>
            <a:ext cx="5546006" cy="311810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995" y="2729753"/>
            <a:ext cx="5924082" cy="3330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5618" y="384867"/>
            <a:ext cx="7729728" cy="820192"/>
          </a:xfrm>
        </p:spPr>
        <p:txBody>
          <a:bodyPr/>
          <a:lstStyle/>
          <a:p>
            <a:r>
              <a:rPr lang="es-PA" dirty="0"/>
              <a:t>método de bairtow</a:t>
            </a:r>
            <a:endParaRPr lang="es-PA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60245"/>
            <a:ext cx="3531235" cy="1885315"/>
          </a:xfrm>
        </p:spPr>
        <p:txBody>
          <a:bodyPr/>
          <a:lstStyle/>
          <a:p>
            <a:r>
              <a:rPr lang="es-MX" dirty="0"/>
              <a:t>es el método más complejo porque busca **factores cuadráticos** ($x^2 - </a:t>
            </a:r>
            <a:r>
              <a:rPr lang="es-MX" dirty="0" err="1"/>
              <a:t>rx</a:t>
            </a:r>
            <a:r>
              <a:rPr lang="es-MX" dirty="0"/>
              <a:t> - s$) en lugar de raíces individuales. Esto le permite encontrar raíces complejas.</a:t>
            </a:r>
            <a:endParaRPr lang="es-PA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055" y="1385570"/>
            <a:ext cx="5092065" cy="5092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106" y="365252"/>
            <a:ext cx="7729728" cy="1188720"/>
          </a:xfrm>
        </p:spPr>
        <p:txBody>
          <a:bodyPr/>
          <a:p>
            <a:r>
              <a:rPr lang="es-PA" dirty="0">
                <a:sym typeface="+mn-ea"/>
              </a:rPr>
              <a:t>ejemplo método de bairtow</a:t>
            </a:r>
            <a:endParaRPr lang="es-PA" altLang="es-ES"/>
          </a:p>
        </p:txBody>
      </p:sp>
      <p:pic>
        <p:nvPicPr>
          <p:cNvPr id="5" name="Marcador de posición de contenido 4" descr="WhatsApp Image 2026-04-23 at 8.48.39 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9520" y="1877695"/>
            <a:ext cx="4680585" cy="4680585"/>
          </a:xfrm>
          <a:prstGeom prst="rect">
            <a:avLst/>
          </a:prstGeom>
        </p:spPr>
      </p:pic>
      <p:sp>
        <p:nvSpPr>
          <p:cNvPr id="6" name="Cuadro de texto 5"/>
          <p:cNvSpPr txBox="1"/>
          <p:nvPr/>
        </p:nvSpPr>
        <p:spPr>
          <a:xfrm>
            <a:off x="7146290" y="58585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/>
              <a:t>https://censa.edicionescervantes.com/index.php/RPV/article/view/1252</a:t>
            </a:r>
            <a:endParaRPr lang="en-US" alt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136" y="224464"/>
            <a:ext cx="7729728" cy="1188720"/>
          </a:xfrm>
        </p:spPr>
        <p:txBody>
          <a:bodyPr/>
          <a:lstStyle/>
          <a:p>
            <a:r>
              <a:rPr lang="es-PA" dirty="0"/>
              <a:t>método de bairtow</a:t>
            </a:r>
            <a:endParaRPr lang="es-PA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2" y="1878012"/>
            <a:ext cx="5772269" cy="324531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230" y="2829959"/>
            <a:ext cx="5772270" cy="3245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0</TotalTime>
  <Words>919</Words>
  <Application>WPS Presentation</Application>
  <PresentationFormat>Panorámica</PresentationFormat>
  <Paragraphs>27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Gill Sans MT</vt:lpstr>
      <vt:lpstr>Microsoft YaHei</vt:lpstr>
      <vt:lpstr>Arial Unicode MS</vt:lpstr>
      <vt:lpstr>Aptos</vt:lpstr>
      <vt:lpstr>Segoe UI</vt:lpstr>
      <vt:lpstr>Paquete</vt:lpstr>
      <vt:lpstr>Método de falsa posición  y método de bairtow</vt:lpstr>
      <vt:lpstr>método de falsa posición</vt:lpstr>
      <vt:lpstr>PowerPoint 演示文稿</vt:lpstr>
      <vt:lpstr>método de falsa posición</vt:lpstr>
      <vt:lpstr>método de bairtow</vt:lpstr>
      <vt:lpstr>PowerPoint 演示文稿</vt:lpstr>
      <vt:lpstr>método de bairtow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Esteban</dc:creator>
  <cp:lastModifiedBy>G</cp:lastModifiedBy>
  <cp:revision>3</cp:revision>
  <dcterms:created xsi:type="dcterms:W3CDTF">2026-04-22T20:16:00Z</dcterms:created>
  <dcterms:modified xsi:type="dcterms:W3CDTF">2026-04-23T14:01:23Z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C8210CE01A15410BAAB5F24661358A01_12</vt:lpwstr>
  </property>
  <property fmtid="{D5CDD505-2E9C-101B-9397-08002B2CF9AE}" pid="3" name="KSOProductBuildVer">
    <vt:lpwstr>3082-12.2.0.23202</vt:lpwstr>
  </property>
</Properties>
</file>